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theme/theme7.xml" ContentType="application/vnd.openxmlformats-officedocument.theme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slideLayouts/slideLayout18.xml" ContentType="application/vnd.openxmlformats-officedocument.presentationml.slideLayout+xml"/>
  <Override PartName="/ppt/theme/theme9.xml" ContentType="application/vnd.openxmlformats-officedocument.theme+xml"/>
  <Override PartName="/ppt/slideLayouts/slideLayout19.xml" ContentType="application/vnd.openxmlformats-officedocument.presentationml.slideLayout+xml"/>
  <Override PartName="/ppt/theme/theme10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1.xml" ContentType="application/vnd.openxmlformats-officedocument.theme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666" r:id="rId5"/>
    <p:sldMasterId id="2147483669" r:id="rId6"/>
    <p:sldMasterId id="2147483658" r:id="rId7"/>
    <p:sldMasterId id="2147483684" r:id="rId8"/>
    <p:sldMasterId id="2147483693" r:id="rId9"/>
    <p:sldMasterId id="2147483709" r:id="rId10"/>
    <p:sldMasterId id="2147483742" r:id="rId11"/>
    <p:sldMasterId id="2147483773" r:id="rId12"/>
    <p:sldMasterId id="2147483775" r:id="rId13"/>
    <p:sldMasterId id="2147483717" r:id="rId14"/>
    <p:sldMasterId id="2147483733" r:id="rId15"/>
    <p:sldMasterId id="2147483748" r:id="rId16"/>
  </p:sldMasterIdLst>
  <p:notesMasterIdLst>
    <p:notesMasterId r:id="rId24"/>
  </p:notesMasterIdLst>
  <p:handoutMasterIdLst>
    <p:handoutMasterId r:id="rId25"/>
  </p:handoutMasterIdLst>
  <p:sldIdLst>
    <p:sldId id="2147483304" r:id="rId17"/>
    <p:sldId id="2147483305" r:id="rId18"/>
    <p:sldId id="2147483310" r:id="rId19"/>
    <p:sldId id="2147483307" r:id="rId20"/>
    <p:sldId id="2147483308" r:id="rId21"/>
    <p:sldId id="2147483309" r:id="rId22"/>
    <p:sldId id="2147483306" r:id="rId23"/>
  </p:sldIdLst>
  <p:sldSz cx="12188825" cy="6858000"/>
  <p:notesSz cx="7315200" cy="9601200"/>
  <p:defaultTextStyle>
    <a:defPPr>
      <a:defRPr lang="en-US"/>
    </a:defPPr>
    <a:lvl1pPr marL="0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41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285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713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5" userDrawn="1">
          <p15:clr>
            <a:srgbClr val="A4A3A4"/>
          </p15:clr>
        </p15:guide>
        <p15:guide id="3" orient="horz" pos="4223">
          <p15:clr>
            <a:srgbClr val="A4A3A4"/>
          </p15:clr>
        </p15:guide>
        <p15:guide id="4" pos="379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rish Nayak" initials="GN" lastIdx="20" clrIdx="0">
    <p:extLst>
      <p:ext uri="{19B8F6BF-5375-455C-9EA6-DF929625EA0E}">
        <p15:presenceInfo xmlns:p15="http://schemas.microsoft.com/office/powerpoint/2012/main" userId="S::99329@icicilombard.com::b1f164a5-f3cd-4de7-9a82-a807917e62f3" providerId="AD"/>
      </p:ext>
    </p:extLst>
  </p:cmAuthor>
  <p:cmAuthor id="2" name="Anirvan Saha       //ICICILOMBARD/PRBD" initials="AS/" lastIdx="3" clrIdx="1">
    <p:extLst>
      <p:ext uri="{19B8F6BF-5375-455C-9EA6-DF929625EA0E}">
        <p15:presenceInfo xmlns:p15="http://schemas.microsoft.com/office/powerpoint/2012/main" userId="S::1011001@icicilombard.com::c2e67a13-4e14-4246-a21c-a6f90c14ce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C6D"/>
    <a:srgbClr val="E3530F"/>
    <a:srgbClr val="E35300"/>
    <a:srgbClr val="E35344"/>
    <a:srgbClr val="E15D29"/>
    <a:srgbClr val="EF7F1A"/>
    <a:srgbClr val="97291E"/>
    <a:srgbClr val="94292E"/>
    <a:srgbClr val="E77817"/>
    <a:srgbClr val="FFF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49"/>
    <p:restoredTop sz="96076"/>
  </p:normalViewPr>
  <p:slideViewPr>
    <p:cSldViewPr snapToGrid="0">
      <p:cViewPr varScale="1">
        <p:scale>
          <a:sx n="135" d="100"/>
          <a:sy n="135" d="100"/>
        </p:scale>
        <p:origin x="200" y="176"/>
      </p:cViewPr>
      <p:guideLst>
        <p:guide orient="horz" pos="2160"/>
        <p:guide pos="3935"/>
        <p:guide orient="horz" pos="4223"/>
        <p:guide pos="379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2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5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7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DF86-53B3-4C3E-9481-7C71FA0C2A0D}" type="datetimeFigureOut">
              <a:rPr lang="en-US" smtClean="0"/>
              <a:pPr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B792E-C62D-461E-9764-E6669A2964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49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9FDB405-049D-48E6-8B76-08ABC6404540}" type="datetimeFigureOut">
              <a:rPr lang="en-US" smtClean="0"/>
              <a:pPr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6A1A669-F7F6-4C90-8D2A-C889007CBF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1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5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3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5139560"/>
            <a:ext cx="2667000" cy="165372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2" y="2775393"/>
            <a:ext cx="5945505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40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9904356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794227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7" y="2740025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145A9D-6030-F3C5-E599-704EA12C1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5FE7B61-820F-5852-4B3C-41EE4C8B23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3" name="Picture 2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E7996998-9614-5EF3-367F-54766DC3B78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900385" y="4894768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5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26243" y="237071"/>
            <a:ext cx="11660961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26309" y="1219201"/>
            <a:ext cx="11658511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Heading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5A22B5A9-3D6C-A358-9E59-0BC977CC18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6243" y="1828800"/>
            <a:ext cx="11659372" cy="3121572"/>
          </a:xfrm>
          <a:prstGeom prst="rect">
            <a:avLst/>
          </a:prstGeom>
        </p:spPr>
        <p:txBody>
          <a:bodyPr lIns="91428" tIns="45715" rIns="91428" bIns="45715">
            <a:normAutofit/>
          </a:bodyPr>
          <a:lstStyle>
            <a:lvl1pPr>
              <a:buClr>
                <a:srgbClr val="E77817"/>
              </a:buClr>
              <a:buFont typeface="Arial" pitchFamily="34" charset="0"/>
              <a:buChar char="•"/>
              <a:defRPr sz="2000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687304" indent="-342857">
              <a:buClr>
                <a:srgbClr val="97291E"/>
              </a:buClr>
              <a:buFont typeface="Arial" pitchFamily="34" charset="0"/>
              <a:buChar char="•"/>
              <a:tabLst>
                <a:tab pos="687304" algn="l"/>
              </a:tabLst>
              <a:defRPr sz="1800">
                <a:solidFill>
                  <a:schemeClr val="accent3"/>
                </a:solidFill>
                <a:latin typeface="Mulish" pitchFamily="2" charset="77"/>
              </a:defRPr>
            </a:lvl2pPr>
            <a:lvl3pPr marL="914284" indent="0">
              <a:buClr>
                <a:srgbClr val="053C6D"/>
              </a:buClr>
              <a:buFont typeface="Arial" panose="020B0604020202020204" pitchFamily="34" charset="0"/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3pPr>
            <a:lvl4pPr marL="1371428" indent="0"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4pPr>
            <a:lvl5pPr marL="1828571" indent="0">
              <a:buNone/>
              <a:defRPr sz="2400">
                <a:solidFill>
                  <a:srgbClr val="053C6C"/>
                </a:solidFill>
                <a:latin typeface="Mulish" pitchFamily="2" charset="77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2"/>
            <a:endParaRPr lang="en-US"/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26243" y="237071"/>
            <a:ext cx="11660961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26309" y="1219201"/>
            <a:ext cx="11658511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Heading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5A22B5A9-3D6C-A358-9E59-0BC977CC18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6243" y="1828800"/>
            <a:ext cx="11659372" cy="3121572"/>
          </a:xfrm>
          <a:prstGeom prst="rect">
            <a:avLst/>
          </a:prstGeom>
        </p:spPr>
        <p:txBody>
          <a:bodyPr lIns="91428" tIns="45715" rIns="91428" bIns="45715">
            <a:normAutofit/>
          </a:bodyPr>
          <a:lstStyle>
            <a:lvl1pPr>
              <a:buClr>
                <a:srgbClr val="E77817"/>
              </a:buClr>
              <a:buFont typeface="Arial" pitchFamily="34" charset="0"/>
              <a:buChar char="•"/>
              <a:defRPr sz="2000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687304" indent="-342857">
              <a:buClr>
                <a:srgbClr val="97291E"/>
              </a:buClr>
              <a:buFont typeface="Arial" pitchFamily="34" charset="0"/>
              <a:buChar char="•"/>
              <a:tabLst>
                <a:tab pos="687304" algn="l"/>
              </a:tabLst>
              <a:defRPr sz="1800">
                <a:solidFill>
                  <a:schemeClr val="accent3"/>
                </a:solidFill>
                <a:latin typeface="Mulish" pitchFamily="2" charset="77"/>
              </a:defRPr>
            </a:lvl2pPr>
            <a:lvl3pPr marL="914284" indent="0">
              <a:buClr>
                <a:srgbClr val="053C6D"/>
              </a:buClr>
              <a:buFont typeface="Arial" panose="020B0604020202020204" pitchFamily="34" charset="0"/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3pPr>
            <a:lvl4pPr marL="1371428" indent="0"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4pPr>
            <a:lvl5pPr marL="1828571" indent="0">
              <a:buNone/>
              <a:defRPr sz="2400">
                <a:solidFill>
                  <a:srgbClr val="053C6C"/>
                </a:solidFill>
                <a:latin typeface="Mulish" pitchFamily="2" charset="77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2"/>
            <a:endParaRPr lang="en-US"/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841917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27016" y="1092201"/>
            <a:ext cx="4673600" cy="6604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Chart Placeholder 5"/>
          <p:cNvSpPr>
            <a:spLocks noGrp="1"/>
          </p:cNvSpPr>
          <p:nvPr>
            <p:ph type="chart" sz="quarter" idx="16" hasCustomPrompt="1"/>
          </p:nvPr>
        </p:nvSpPr>
        <p:spPr>
          <a:xfrm>
            <a:off x="209023" y="2110317"/>
            <a:ext cx="11676590" cy="2995083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Chart</a:t>
            </a:r>
          </a:p>
          <a:p>
            <a:endParaRPr lang="en-US"/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841917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29" hasCustomPrompt="1"/>
          </p:nvPr>
        </p:nvSpPr>
        <p:spPr>
          <a:xfrm>
            <a:off x="217692" y="1193788"/>
            <a:ext cx="5571926" cy="3510187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32" hasCustomPrompt="1"/>
          </p:nvPr>
        </p:nvSpPr>
        <p:spPr>
          <a:xfrm>
            <a:off x="6312815" y="1193793"/>
            <a:ext cx="5572800" cy="3510187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323015" y="4777038"/>
            <a:ext cx="5572800" cy="533399"/>
          </a:xfrm>
          <a:prstGeom prst="rect">
            <a:avLst/>
          </a:prstGeom>
          <a:solidFill>
            <a:srgbClr val="97291E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 Text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199418" y="4777035"/>
            <a:ext cx="5572800" cy="457200"/>
          </a:xfrm>
          <a:prstGeom prst="rect">
            <a:avLst/>
          </a:prstGeom>
          <a:solidFill>
            <a:srgbClr val="E77817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able Placeholder 3"/>
          <p:cNvSpPr>
            <a:spLocks noGrp="1"/>
          </p:cNvSpPr>
          <p:nvPr>
            <p:ph type="tbl" sz="quarter" idx="27" hasCustomPrompt="1"/>
          </p:nvPr>
        </p:nvSpPr>
        <p:spPr>
          <a:xfrm>
            <a:off x="227015" y="1219202"/>
            <a:ext cx="11582400" cy="313598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227019" y="4482449"/>
            <a:ext cx="11581201" cy="762214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Clr>
                <a:srgbClr val="E77817"/>
              </a:buClr>
              <a:defRPr lang="en-US" sz="1800" kern="1200" dirty="0" smtClean="0">
                <a:solidFill>
                  <a:srgbClr val="053C6C"/>
                </a:solidFill>
                <a:latin typeface="Mulish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  <a:p>
            <a:pPr lvl="0"/>
            <a:r>
              <a:rPr lang="en-US"/>
              <a:t>Sub Text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11680957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91E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203147" y="1409702"/>
            <a:ext cx="11680957" cy="38139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 b="1" baseline="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</p:spTree>
    <p:extLst>
      <p:ext uri="{BB962C8B-B14F-4D97-AF65-F5344CB8AC3E}">
        <p14:creationId xmlns:p14="http://schemas.microsoft.com/office/powerpoint/2010/main" val="76969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96798" y="1962801"/>
            <a:ext cx="5897614" cy="3429331"/>
          </a:xfrm>
          <a:prstGeom prst="rect">
            <a:avLst/>
          </a:prstGeom>
        </p:spPr>
        <p:txBody>
          <a:bodyPr>
            <a:normAutofit/>
          </a:bodyPr>
          <a:lstStyle>
            <a:lvl1pPr marL="380905" indent="-380905">
              <a:buClr>
                <a:srgbClr val="E77817"/>
              </a:buClr>
              <a:buFont typeface="Arial" panose="020B0604020202020204" pitchFamily="34" charset="0"/>
              <a:buChar char="•"/>
              <a:defRPr sz="200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609447" indent="0" algn="l">
              <a:buClr>
                <a:srgbClr val="97291E"/>
              </a:buClr>
              <a:buFont typeface="Arial" panose="020B0604020202020204" pitchFamily="34" charset="0"/>
              <a:buNone/>
              <a:defRPr sz="2000" b="1" baseline="0">
                <a:solidFill>
                  <a:srgbClr val="053C6D"/>
                </a:solidFill>
                <a:latin typeface="Mulish" pitchFamily="2" charset="77"/>
              </a:defRPr>
            </a:lvl2pPr>
            <a:lvl3pPr marL="1218895" indent="0" algn="l">
              <a:buClr>
                <a:srgbClr val="053C6D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3pPr>
            <a:lvl4pPr marL="1828343" indent="0" algn="l">
              <a:buClr>
                <a:srgbClr val="E3530F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4pPr>
            <a:lvl5pPr marL="2894876" indent="-457086" algn="l">
              <a:buFont typeface="Arial"/>
              <a:buChar char="•"/>
              <a:defRPr>
                <a:latin typeface="Mulish" pitchFamily="2" charset="77"/>
              </a:defRPr>
            </a:lvl5pPr>
            <a:lvl6pPr>
              <a:defRPr sz="2000">
                <a:latin typeface="Mulish" pitchFamily="2" charset="77"/>
              </a:defRPr>
            </a:lvl6pPr>
            <a:lvl7pPr>
              <a:defRPr sz="2000">
                <a:latin typeface="Mulish" pitchFamily="2" charset="77"/>
              </a:defRPr>
            </a:lvl7pPr>
            <a:lvl8pPr>
              <a:defRPr sz="2000">
                <a:latin typeface="Mulish" pitchFamily="2" charset="77"/>
              </a:defRPr>
            </a:lvl8pPr>
            <a:lvl9pPr marL="4875581" indent="0">
              <a:buNone/>
              <a:defRPr sz="2000">
                <a:latin typeface="Mulish" pitchFamily="2" charset="77"/>
              </a:defRPr>
            </a:lvl9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endParaRPr lang="en-US"/>
          </a:p>
          <a:p>
            <a:pPr lvl="4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703854" y="239184"/>
            <a:ext cx="5189302" cy="59330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00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96797" y="1153985"/>
            <a:ext cx="5897616" cy="66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 b="1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5890744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03336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 highli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11680957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203147" y="1589618"/>
            <a:ext cx="5095606" cy="299931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399" b="1" baseline="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Sub-Title heading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174824" y="1589618"/>
            <a:ext cx="5709279" cy="5609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baseline="0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Sub-Title Table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174825" y="2288118"/>
            <a:ext cx="1752144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30115" y="2288117"/>
            <a:ext cx="1752144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10131961" y="2288115"/>
            <a:ext cx="1752144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174825" y="3191934"/>
            <a:ext cx="1752144" cy="232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8497F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8130115" y="3191624"/>
            <a:ext cx="1752144" cy="232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8497F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10131961" y="3191622"/>
            <a:ext cx="1752144" cy="232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8497F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174825" y="3627655"/>
            <a:ext cx="1752144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8130115" y="3627654"/>
            <a:ext cx="1752144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10131961" y="3627653"/>
            <a:ext cx="1752144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174825" y="4531472"/>
            <a:ext cx="1752144" cy="232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8497F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24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8130115" y="4531161"/>
            <a:ext cx="1752144" cy="232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8497F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0131961" y="4531160"/>
            <a:ext cx="1752144" cy="2328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8497F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5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11680957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203147" y="4559488"/>
            <a:ext cx="11680957" cy="716706"/>
          </a:xfrm>
          <a:prstGeom prst="rect">
            <a:avLst/>
          </a:prstGeom>
        </p:spPr>
        <p:txBody>
          <a:bodyPr>
            <a:normAutofit/>
          </a:bodyPr>
          <a:lstStyle>
            <a:lvl1pPr marL="457086" indent="-457086">
              <a:buClr>
                <a:srgbClr val="E77817"/>
              </a:buClr>
              <a:buFont typeface="+mj-lt"/>
              <a:buAutoNum type="arabicPeriod"/>
              <a:defRPr sz="1800" b="0" baseline="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  <a:p>
            <a:pPr lvl="0"/>
            <a:r>
              <a:rPr lang="en-US"/>
              <a:t>Sub Text</a:t>
            </a:r>
          </a:p>
        </p:txBody>
      </p:sp>
      <p:sp>
        <p:nvSpPr>
          <p:cNvPr id="9" name="Table Placeholder 3"/>
          <p:cNvSpPr>
            <a:spLocks noGrp="1"/>
          </p:cNvSpPr>
          <p:nvPr>
            <p:ph type="tbl" sz="quarter" idx="27"/>
          </p:nvPr>
        </p:nvSpPr>
        <p:spPr>
          <a:xfrm>
            <a:off x="203147" y="1157818"/>
            <a:ext cx="11680957" cy="32067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11680957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91E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6297559" y="1600201"/>
            <a:ext cx="5586545" cy="3697013"/>
          </a:xfrm>
          <a:prstGeom prst="rect">
            <a:avLst/>
          </a:prstGeom>
        </p:spPr>
        <p:txBody>
          <a:bodyPr>
            <a:normAutofit/>
          </a:bodyPr>
          <a:lstStyle>
            <a:lvl1pPr marL="380905" indent="-380905">
              <a:buFont typeface="Arial" panose="020B0604020202020204" pitchFamily="34" charset="0"/>
              <a:buChar char="•"/>
              <a:defRPr lang="en-US" sz="2000" b="0" kern="1200" baseline="0" dirty="0">
                <a:solidFill>
                  <a:srgbClr val="053C6D"/>
                </a:solidFill>
                <a:latin typeface="Mulish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609448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Text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203147" y="1600201"/>
            <a:ext cx="5586545" cy="3697013"/>
          </a:xfrm>
          <a:prstGeom prst="rect">
            <a:avLst/>
          </a:prstGeom>
        </p:spPr>
        <p:txBody>
          <a:bodyPr>
            <a:normAutofit/>
          </a:bodyPr>
          <a:lstStyle>
            <a:lvl1pPr marL="380905" indent="-380905">
              <a:buFont typeface="Arial" panose="020B0604020202020204" pitchFamily="34" charset="0"/>
              <a:buChar char="•"/>
              <a:defRPr lang="en-US" sz="2000" b="0" kern="1200" baseline="0" dirty="0">
                <a:solidFill>
                  <a:srgbClr val="053C6D"/>
                </a:solidFill>
                <a:latin typeface="Mulish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609448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31012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11680957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91E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03147" y="1067203"/>
            <a:ext cx="4672383" cy="66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 b="1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Chart Placeholder 5"/>
          <p:cNvSpPr>
            <a:spLocks noGrp="1"/>
          </p:cNvSpPr>
          <p:nvPr>
            <p:ph type="chart" sz="quarter" idx="16"/>
          </p:nvPr>
        </p:nvSpPr>
        <p:spPr>
          <a:xfrm>
            <a:off x="209496" y="2065805"/>
            <a:ext cx="11674608" cy="23270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Content Placeholder 4"/>
          <p:cNvSpPr>
            <a:spLocks noGrp="1"/>
          </p:cNvSpPr>
          <p:nvPr>
            <p:ph sz="quarter" idx="17" hasCustomPrompt="1"/>
          </p:nvPr>
        </p:nvSpPr>
        <p:spPr>
          <a:xfrm>
            <a:off x="209496" y="4544414"/>
            <a:ext cx="11674608" cy="747706"/>
          </a:xfrm>
          <a:prstGeom prst="rect">
            <a:avLst/>
          </a:prstGeom>
        </p:spPr>
        <p:txBody>
          <a:bodyPr>
            <a:normAutofit/>
          </a:bodyPr>
          <a:lstStyle>
            <a:lvl1pPr marL="457086" indent="-457086">
              <a:buClr>
                <a:srgbClr val="E77817"/>
              </a:buClr>
              <a:buFont typeface="+mj-lt"/>
              <a:buAutoNum type="arabicPeriod"/>
              <a:defRPr sz="1800" b="0" baseline="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  <a:p>
            <a:pPr lvl="0"/>
            <a:r>
              <a:rPr lang="en-US"/>
              <a:t>Sub Text</a:t>
            </a:r>
          </a:p>
        </p:txBody>
      </p:sp>
    </p:spTree>
    <p:extLst>
      <p:ext uri="{BB962C8B-B14F-4D97-AF65-F5344CB8AC3E}">
        <p14:creationId xmlns:p14="http://schemas.microsoft.com/office/powerpoint/2010/main" val="3876678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3147" y="237067"/>
            <a:ext cx="11680957" cy="753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 i="0">
                <a:solidFill>
                  <a:srgbClr val="97291E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03147" y="1498600"/>
            <a:ext cx="4672383" cy="307324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53C6D"/>
              </a:buClr>
              <a:buFont typeface="Arial" panose="020B0604020202020204" pitchFamily="34" charset="0"/>
              <a:buNone/>
              <a:defRPr sz="2399" b="1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652145" y="4571848"/>
            <a:ext cx="6231959" cy="788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399" b="1" kern="1200" dirty="0">
                <a:solidFill>
                  <a:srgbClr val="97291E"/>
                </a:solidFill>
                <a:latin typeface="Mulish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609448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Text</a:t>
            </a:r>
          </a:p>
        </p:txBody>
      </p:sp>
      <p:sp>
        <p:nvSpPr>
          <p:cNvPr id="14" name="Chart Placeholder 6"/>
          <p:cNvSpPr>
            <a:spLocks noGrp="1"/>
          </p:cNvSpPr>
          <p:nvPr>
            <p:ph type="chart" sz="quarter" idx="28"/>
          </p:nvPr>
        </p:nvSpPr>
        <p:spPr>
          <a:xfrm>
            <a:off x="5652145" y="1497945"/>
            <a:ext cx="6231959" cy="2819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73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841917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29" hasCustomPrompt="1"/>
          </p:nvPr>
        </p:nvSpPr>
        <p:spPr>
          <a:xfrm>
            <a:off x="217692" y="1193789"/>
            <a:ext cx="5571926" cy="352858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32" hasCustomPrompt="1"/>
          </p:nvPr>
        </p:nvSpPr>
        <p:spPr>
          <a:xfrm>
            <a:off x="6312815" y="1193794"/>
            <a:ext cx="5572800" cy="352858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323015" y="4752806"/>
            <a:ext cx="5572800" cy="457197"/>
          </a:xfrm>
          <a:prstGeom prst="rect">
            <a:avLst/>
          </a:prstGeom>
          <a:solidFill>
            <a:srgbClr val="97291E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 Text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199418" y="4752803"/>
            <a:ext cx="5572800" cy="457200"/>
          </a:xfrm>
          <a:prstGeom prst="rect">
            <a:avLst/>
          </a:prstGeom>
          <a:solidFill>
            <a:srgbClr val="E77817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98BBC48-3A13-BDB8-7441-6C9D0BAB5816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1824955" y="5750819"/>
            <a:ext cx="7929325" cy="411861"/>
          </a:xfrm>
          <a:prstGeom prst="rect">
            <a:avLst/>
          </a:prstGeom>
        </p:spPr>
        <p:txBody>
          <a:bodyPr>
            <a:normAutofit/>
          </a:bodyPr>
          <a:lstStyle>
            <a:lvl1pPr marL="457086" indent="-457086">
              <a:buClr>
                <a:srgbClr val="E77817"/>
              </a:buClr>
              <a:buFont typeface="+mj-lt"/>
              <a:buAutoNum type="arabicPeriod"/>
              <a:defRPr sz="1800" b="0" baseline="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</p:spTree>
    <p:extLst>
      <p:ext uri="{BB962C8B-B14F-4D97-AF65-F5344CB8AC3E}">
        <p14:creationId xmlns:p14="http://schemas.microsoft.com/office/powerpoint/2010/main" val="393165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2" y="2775393"/>
            <a:ext cx="5945505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400">
                <a:solidFill>
                  <a:schemeClr val="tx2"/>
                </a:solidFill>
                <a:latin typeface="Mulish" pitchFamily="2" charset="77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Mulish ExtraBold" pitchFamily="2" charset="77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7" y="2740025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77EA2-7DE0-319E-D0C3-6D68264F12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1536825-D0EC-59DD-F044-2FE5A9AA6F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710146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D5A1F-8C73-C238-7F7E-22714B9FCD8E}"/>
              </a:ext>
            </a:extLst>
          </p:cNvPr>
          <p:cNvSpPr/>
          <p:nvPr userDrawn="1"/>
        </p:nvSpPr>
        <p:spPr>
          <a:xfrm>
            <a:off x="0" y="5157957"/>
            <a:ext cx="2667000" cy="1635326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EB4E7-3C2A-96DA-760D-B08389226E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8" name="Picture 7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4A618DD2-1E4E-D193-E413-A405F7F3AFA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900385" y="4894768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0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3" y="1219201"/>
            <a:ext cx="11683607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612D5F4-E5A4-91A3-20C8-2AFC23989C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215" y="1828800"/>
            <a:ext cx="11684400" cy="3337089"/>
          </a:xfrm>
          <a:prstGeom prst="rect">
            <a:avLst/>
          </a:prstGeom>
        </p:spPr>
        <p:txBody>
          <a:bodyPr lIns="91428" tIns="45715" rIns="91428" bIns="45715">
            <a:normAutofit/>
          </a:bodyPr>
          <a:lstStyle>
            <a:lvl1pPr>
              <a:buClr>
                <a:srgbClr val="E77817"/>
              </a:buClr>
              <a:buFont typeface="Arial" pitchFamily="34" charset="0"/>
              <a:buChar char="•"/>
              <a:defRPr sz="2000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687304" indent="-342857">
              <a:buClr>
                <a:srgbClr val="97291E"/>
              </a:buClr>
              <a:buFont typeface="Arial" pitchFamily="34" charset="0"/>
              <a:buChar char="•"/>
              <a:tabLst>
                <a:tab pos="687304" algn="l"/>
              </a:tabLst>
              <a:defRPr sz="1800">
                <a:solidFill>
                  <a:schemeClr val="accent3"/>
                </a:solidFill>
                <a:latin typeface="Mulish" pitchFamily="2" charset="77"/>
              </a:defRPr>
            </a:lvl2pPr>
            <a:lvl3pPr marL="914284" indent="0">
              <a:buClr>
                <a:srgbClr val="053C6D"/>
              </a:buClr>
              <a:buFont typeface="Arial" panose="020B0604020202020204" pitchFamily="34" charset="0"/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3pPr>
            <a:lvl4pPr marL="1371428" indent="0"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4pPr>
            <a:lvl5pPr marL="1828571" indent="0">
              <a:buNone/>
              <a:defRPr sz="2400">
                <a:solidFill>
                  <a:srgbClr val="053C6C"/>
                </a:solidFill>
                <a:latin typeface="Mulish" pitchFamily="2" charset="77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2"/>
            <a:endParaRPr lang="en-US"/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76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4685" y="3316095"/>
            <a:ext cx="5765735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600" b="1" i="0">
                <a:solidFill>
                  <a:srgbClr val="053C6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55382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4685" y="3323652"/>
            <a:ext cx="5765735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600" b="1" i="0">
                <a:solidFill>
                  <a:srgbClr val="053C6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498892" y="4979403"/>
            <a:ext cx="5218693" cy="757767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97291E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489851" y="5969004"/>
            <a:ext cx="2821388" cy="368021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000">
                <a:solidFill>
                  <a:srgbClr val="053C6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07738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4685" y="3323652"/>
            <a:ext cx="5765735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600" b="1" i="0">
                <a:solidFill>
                  <a:srgbClr val="053C6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46635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4" y="2775395"/>
            <a:ext cx="5945504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25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3"/>
            <a:ext cx="10461482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8" y="2740027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Rectangle 19"/>
          <p:cNvSpPr/>
          <p:nvPr userDrawn="1"/>
        </p:nvSpPr>
        <p:spPr>
          <a:xfrm>
            <a:off x="0" y="5286703"/>
            <a:ext cx="2667000" cy="1571297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4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Zurich B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FC3A3-00AF-2286-AFD5-846A509416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7BC14C-692A-7E8D-2E5B-3A3EEAD5D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981371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B2F50-0EA6-D9ED-5B03-7C309C7F61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7" name="Picture 6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7D720B33-6E4F-D075-5D57-A1754C36F7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900385" y="4894768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051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4" y="2775395"/>
            <a:ext cx="5945504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25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3"/>
            <a:ext cx="10451543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8" y="2740027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E01B4D-A949-43E2-3F9B-1F4733BD02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7E21EF-138D-C517-EBBA-44EBBC3B3F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857290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B9586-E661-C84D-6CB6-662E1BE1A4AA}"/>
              </a:ext>
            </a:extLst>
          </p:cNvPr>
          <p:cNvSpPr/>
          <p:nvPr userDrawn="1"/>
        </p:nvSpPr>
        <p:spPr>
          <a:xfrm>
            <a:off x="0" y="5202621"/>
            <a:ext cx="2667000" cy="1655379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4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Zurich B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75236-26E6-EDD5-CC0B-7EF859B361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9" name="Picture 8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0D3D34CA-68CB-B1FB-E991-DCEC7E4123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900385" y="4894768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1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2" y="2775393"/>
            <a:ext cx="5945505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40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0491299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7" y="2740025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7A7DAD-53A6-E344-D0FB-3C7EF8DE1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BF88C49-233B-E549-A915-582F5A6A84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846779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40E14-CAD4-72F9-2B84-286CF9D3F023}"/>
              </a:ext>
            </a:extLst>
          </p:cNvPr>
          <p:cNvSpPr/>
          <p:nvPr userDrawn="1"/>
        </p:nvSpPr>
        <p:spPr>
          <a:xfrm>
            <a:off x="0" y="5294589"/>
            <a:ext cx="2667000" cy="1563411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4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Zurich B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F09BF-BD2B-B627-00B0-A41266954F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9" name="Picture 8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91167FAB-CEF8-E865-95A7-8A813059B7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900385" y="4894768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95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3" y="1219201"/>
            <a:ext cx="11683607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586237-75D3-9A15-D1AB-D1C36C00E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5FECFE1-083D-0805-96D5-92C920E990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215" y="1828800"/>
            <a:ext cx="11684400" cy="3373821"/>
          </a:xfrm>
          <a:prstGeom prst="rect">
            <a:avLst/>
          </a:prstGeom>
        </p:spPr>
        <p:txBody>
          <a:bodyPr lIns="91428" tIns="45715" rIns="91428" bIns="45715">
            <a:normAutofit/>
          </a:bodyPr>
          <a:lstStyle>
            <a:lvl1pPr>
              <a:buClr>
                <a:srgbClr val="E77817"/>
              </a:buClr>
              <a:buFont typeface="Arial" pitchFamily="34" charset="0"/>
              <a:buChar char="•"/>
              <a:defRPr sz="2000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687304" indent="-342857">
              <a:buClr>
                <a:srgbClr val="97291E"/>
              </a:buClr>
              <a:buFont typeface="Arial" pitchFamily="34" charset="0"/>
              <a:buChar char="•"/>
              <a:tabLst>
                <a:tab pos="687304" algn="l"/>
              </a:tabLst>
              <a:defRPr sz="1800">
                <a:solidFill>
                  <a:schemeClr val="accent3"/>
                </a:solidFill>
                <a:latin typeface="Mulish" pitchFamily="2" charset="77"/>
              </a:defRPr>
            </a:lvl2pPr>
            <a:lvl3pPr marL="914284" indent="0">
              <a:buClr>
                <a:srgbClr val="053C6D"/>
              </a:buClr>
              <a:buFont typeface="Arial" panose="020B0604020202020204" pitchFamily="34" charset="0"/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3pPr>
            <a:lvl4pPr marL="1371428" indent="0"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4pPr>
            <a:lvl5pPr marL="1828571" indent="0">
              <a:buNone/>
              <a:defRPr sz="2400">
                <a:solidFill>
                  <a:srgbClr val="053C6C"/>
                </a:solidFill>
                <a:latin typeface="Mulish" pitchFamily="2" charset="77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62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645" y="6"/>
            <a:ext cx="12200058" cy="6865201"/>
          </a:xfrm>
          <a:prstGeom prst="rect">
            <a:avLst/>
          </a:prstGeom>
        </p:spPr>
      </p:pic>
      <p:sp>
        <p:nvSpPr>
          <p:cNvPr id="10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" y="6"/>
            <a:ext cx="12196800" cy="6865201"/>
          </a:xfrm>
          <a:custGeom>
            <a:avLst/>
            <a:gdLst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0 w 12188825"/>
              <a:gd name="connsiteY3" fmla="*/ 6858000 h 6858000"/>
              <a:gd name="connsiteX4" fmla="*/ 0 w 12188825"/>
              <a:gd name="connsiteY4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01350 w 12188825"/>
              <a:gd name="connsiteY3" fmla="*/ 6848475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01350 w 12188825"/>
              <a:gd name="connsiteY3" fmla="*/ 6848475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29925 w 12188825"/>
              <a:gd name="connsiteY3" fmla="*/ 6134100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1382375 w 12188825"/>
              <a:gd name="connsiteY3" fmla="*/ 6419850 h 6858000"/>
              <a:gd name="connsiteX4" fmla="*/ 10829925 w 12188825"/>
              <a:gd name="connsiteY4" fmla="*/ 6134100 h 6858000"/>
              <a:gd name="connsiteX5" fmla="*/ 0 w 12188825"/>
              <a:gd name="connsiteY5" fmla="*/ 6858000 h 6858000"/>
              <a:gd name="connsiteX6" fmla="*/ 0 w 12188825"/>
              <a:gd name="connsiteY6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1382375 w 12188825"/>
              <a:gd name="connsiteY3" fmla="*/ 6419850 h 6858000"/>
              <a:gd name="connsiteX4" fmla="*/ 11382375 w 12188825"/>
              <a:gd name="connsiteY4" fmla="*/ 6419850 h 6858000"/>
              <a:gd name="connsiteX5" fmla="*/ 10829925 w 12188825"/>
              <a:gd name="connsiteY5" fmla="*/ 6134100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1382375 w 12188825"/>
              <a:gd name="connsiteY3" fmla="*/ 6419850 h 6877050"/>
              <a:gd name="connsiteX4" fmla="*/ 10763250 w 12188825"/>
              <a:gd name="connsiteY4" fmla="*/ 6877050 h 6877050"/>
              <a:gd name="connsiteX5" fmla="*/ 10829925 w 12188825"/>
              <a:gd name="connsiteY5" fmla="*/ 61341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1353800 w 12188825"/>
              <a:gd name="connsiteY3" fmla="*/ 6838950 h 6877050"/>
              <a:gd name="connsiteX4" fmla="*/ 10763250 w 12188825"/>
              <a:gd name="connsiteY4" fmla="*/ 6877050 h 6877050"/>
              <a:gd name="connsiteX5" fmla="*/ 10829925 w 12188825"/>
              <a:gd name="connsiteY5" fmla="*/ 61341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10829925 w 12188825"/>
              <a:gd name="connsiteY4" fmla="*/ 6134100 h 6877050"/>
              <a:gd name="connsiteX5" fmla="*/ 0 w 12188825"/>
              <a:gd name="connsiteY5" fmla="*/ 6858000 h 6877050"/>
              <a:gd name="connsiteX6" fmla="*/ 0 w 12188825"/>
              <a:gd name="connsiteY6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0 w 12188825"/>
              <a:gd name="connsiteY5" fmla="*/ 6858000 h 6877050"/>
              <a:gd name="connsiteX6" fmla="*/ 0 w 12188825"/>
              <a:gd name="connsiteY6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09875 w 12188825"/>
              <a:gd name="connsiteY5" fmla="*/ 68580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09875 w 12188825"/>
              <a:gd name="connsiteY5" fmla="*/ 68580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9324975 w 12188825"/>
              <a:gd name="connsiteY4" fmla="*/ 1524000 h 6858000"/>
              <a:gd name="connsiteX5" fmla="*/ 2852329 w 12188825"/>
              <a:gd name="connsiteY5" fmla="*/ 6854734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9324975 w 12188825"/>
              <a:gd name="connsiteY4" fmla="*/ 1524000 h 6858000"/>
              <a:gd name="connsiteX5" fmla="*/ 2852329 w 12188825"/>
              <a:gd name="connsiteY5" fmla="*/ 6854734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201400 w 12188825"/>
              <a:gd name="connsiteY4" fmla="*/ 603885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10950 w 12188825"/>
              <a:gd name="connsiteY4" fmla="*/ 47625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10950 w 12188825"/>
              <a:gd name="connsiteY4" fmla="*/ 47625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334750 w 12188825"/>
              <a:gd name="connsiteY4" fmla="*/ 4733925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620375 w 12188825"/>
              <a:gd name="connsiteY3" fmla="*/ 6838950 h 6858000"/>
              <a:gd name="connsiteX4" fmla="*/ 11334750 w 12188825"/>
              <a:gd name="connsiteY4" fmla="*/ 4733925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534650 w 12188825"/>
              <a:gd name="connsiteY3" fmla="*/ 6867525 h 6867525"/>
              <a:gd name="connsiteX4" fmla="*/ 11334750 w 12188825"/>
              <a:gd name="connsiteY4" fmla="*/ 4733925 h 6867525"/>
              <a:gd name="connsiteX5" fmla="*/ 9363075 w 12188825"/>
              <a:gd name="connsiteY5" fmla="*/ 1743075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534650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8924983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924983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72600 w 12188825"/>
              <a:gd name="connsiteY5" fmla="*/ 1685845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72600 w 12188825"/>
              <a:gd name="connsiteY5" fmla="*/ 1685845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77361 w 12188825"/>
              <a:gd name="connsiteY5" fmla="*/ 1523696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77361 w 12188825"/>
              <a:gd name="connsiteY5" fmla="*/ 1523696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48790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477367 w 12188825"/>
              <a:gd name="connsiteY5" fmla="*/ 1619079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477367 w 12188825"/>
              <a:gd name="connsiteY5" fmla="*/ 1619079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96139"/>
              <a:gd name="connsiteX1" fmla="*/ 12188825 w 12188825"/>
              <a:gd name="connsiteY1" fmla="*/ 0 h 6896139"/>
              <a:gd name="connsiteX2" fmla="*/ 12188825 w 12188825"/>
              <a:gd name="connsiteY2" fmla="*/ 6858000 h 6896139"/>
              <a:gd name="connsiteX3" fmla="*/ 10725126 w 12188825"/>
              <a:gd name="connsiteY3" fmla="*/ 6896139 h 6896139"/>
              <a:gd name="connsiteX4" fmla="*/ 11506178 w 12188825"/>
              <a:gd name="connsiteY4" fmla="*/ 4609928 h 6896139"/>
              <a:gd name="connsiteX5" fmla="*/ 8591653 w 12188825"/>
              <a:gd name="connsiteY5" fmla="*/ 1590464 h 6896139"/>
              <a:gd name="connsiteX6" fmla="*/ 5201560 w 12188825"/>
              <a:gd name="connsiteY6" fmla="*/ 3490991 h 6896139"/>
              <a:gd name="connsiteX7" fmla="*/ 3753949 w 12188825"/>
              <a:gd name="connsiteY7" fmla="*/ 5150643 h 6896139"/>
              <a:gd name="connsiteX8" fmla="*/ 2842848 w 12188825"/>
              <a:gd name="connsiteY8" fmla="*/ 6854721 h 6896139"/>
              <a:gd name="connsiteX9" fmla="*/ 0 w 12188825"/>
              <a:gd name="connsiteY9" fmla="*/ 6858000 h 6896139"/>
              <a:gd name="connsiteX10" fmla="*/ 0 w 12188825"/>
              <a:gd name="connsiteY10" fmla="*/ 0 h 6896139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753949 w 12188825"/>
              <a:gd name="connsiteY7" fmla="*/ 5150643 h 6902412"/>
              <a:gd name="connsiteX8" fmla="*/ 2842849 w 12188825"/>
              <a:gd name="connsiteY8" fmla="*/ 6902412 h 6902412"/>
              <a:gd name="connsiteX9" fmla="*/ 0 w 12188825"/>
              <a:gd name="connsiteY9" fmla="*/ 6858000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753949 w 12188825"/>
              <a:gd name="connsiteY7" fmla="*/ 5150643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0134502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0134502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6914249 w 12188825"/>
              <a:gd name="connsiteY7" fmla="*/ 2222406 h 6902412"/>
              <a:gd name="connsiteX8" fmla="*/ 5201560 w 12188825"/>
              <a:gd name="connsiteY8" fmla="*/ 3490991 h 6902412"/>
              <a:gd name="connsiteX9" fmla="*/ 3801568 w 12188825"/>
              <a:gd name="connsiteY9" fmla="*/ 5131567 h 6902412"/>
              <a:gd name="connsiteX10" fmla="*/ 2842849 w 12188825"/>
              <a:gd name="connsiteY10" fmla="*/ 6902412 h 6902412"/>
              <a:gd name="connsiteX11" fmla="*/ 0 w 12188825"/>
              <a:gd name="connsiteY11" fmla="*/ 6886615 h 6902412"/>
              <a:gd name="connsiteX12" fmla="*/ 0 w 12188825"/>
              <a:gd name="connsiteY12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2842849 w 12188825"/>
              <a:gd name="connsiteY10" fmla="*/ 6902412 h 6902412"/>
              <a:gd name="connsiteX11" fmla="*/ 0 w 12188825"/>
              <a:gd name="connsiteY11" fmla="*/ 6886615 h 6902412"/>
              <a:gd name="connsiteX12" fmla="*/ 0 w 12188825"/>
              <a:gd name="connsiteY12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886615"/>
              <a:gd name="connsiteX1" fmla="*/ 12188825 w 12188825"/>
              <a:gd name="connsiteY1" fmla="*/ 0 h 6886615"/>
              <a:gd name="connsiteX2" fmla="*/ 12188825 w 12188825"/>
              <a:gd name="connsiteY2" fmla="*/ 6858000 h 6886615"/>
              <a:gd name="connsiteX3" fmla="*/ 10725126 w 12188825"/>
              <a:gd name="connsiteY3" fmla="*/ 6877063 h 6886615"/>
              <a:gd name="connsiteX4" fmla="*/ 11506178 w 12188825"/>
              <a:gd name="connsiteY4" fmla="*/ 4609928 h 6886615"/>
              <a:gd name="connsiteX5" fmla="*/ 11323750 w 12188825"/>
              <a:gd name="connsiteY5" fmla="*/ 2813776 h 6886615"/>
              <a:gd name="connsiteX6" fmla="*/ 10382119 w 12188825"/>
              <a:gd name="connsiteY6" fmla="*/ 1771690 h 6886615"/>
              <a:gd name="connsiteX7" fmla="*/ 8704716 w 12188825"/>
              <a:gd name="connsiteY7" fmla="*/ 1573806 h 6886615"/>
              <a:gd name="connsiteX8" fmla="*/ 6914249 w 12188825"/>
              <a:gd name="connsiteY8" fmla="*/ 2222406 h 6886615"/>
              <a:gd name="connsiteX9" fmla="*/ 5201560 w 12188825"/>
              <a:gd name="connsiteY9" fmla="*/ 3490991 h 6886615"/>
              <a:gd name="connsiteX10" fmla="*/ 3647600 w 12188825"/>
              <a:gd name="connsiteY10" fmla="*/ 5322330 h 6886615"/>
              <a:gd name="connsiteX11" fmla="*/ 2842850 w 12188825"/>
              <a:gd name="connsiteY11" fmla="*/ 6878628 h 6886615"/>
              <a:gd name="connsiteX12" fmla="*/ 0 w 12188825"/>
              <a:gd name="connsiteY12" fmla="*/ 6886615 h 6886615"/>
              <a:gd name="connsiteX13" fmla="*/ 0 w 12188825"/>
              <a:gd name="connsiteY13" fmla="*/ 0 h 6886615"/>
              <a:gd name="connsiteX0" fmla="*/ 0 w 12188825"/>
              <a:gd name="connsiteY0" fmla="*/ 0 h 6886615"/>
              <a:gd name="connsiteX1" fmla="*/ 12188825 w 12188825"/>
              <a:gd name="connsiteY1" fmla="*/ 0 h 6886615"/>
              <a:gd name="connsiteX2" fmla="*/ 12188825 w 12188825"/>
              <a:gd name="connsiteY2" fmla="*/ 6858000 h 6886615"/>
              <a:gd name="connsiteX3" fmla="*/ 10725126 w 12188825"/>
              <a:gd name="connsiteY3" fmla="*/ 6877063 h 6886615"/>
              <a:gd name="connsiteX4" fmla="*/ 11506178 w 12188825"/>
              <a:gd name="connsiteY4" fmla="*/ 4609928 h 6886615"/>
              <a:gd name="connsiteX5" fmla="*/ 11323750 w 12188825"/>
              <a:gd name="connsiteY5" fmla="*/ 2813776 h 6886615"/>
              <a:gd name="connsiteX6" fmla="*/ 10382119 w 12188825"/>
              <a:gd name="connsiteY6" fmla="*/ 1771690 h 6886615"/>
              <a:gd name="connsiteX7" fmla="*/ 8704716 w 12188825"/>
              <a:gd name="connsiteY7" fmla="*/ 1573806 h 6886615"/>
              <a:gd name="connsiteX8" fmla="*/ 6914249 w 12188825"/>
              <a:gd name="connsiteY8" fmla="*/ 2222406 h 6886615"/>
              <a:gd name="connsiteX9" fmla="*/ 5201560 w 12188825"/>
              <a:gd name="connsiteY9" fmla="*/ 3490991 h 6886615"/>
              <a:gd name="connsiteX10" fmla="*/ 3647600 w 12188825"/>
              <a:gd name="connsiteY10" fmla="*/ 5322330 h 6886615"/>
              <a:gd name="connsiteX11" fmla="*/ 2848788 w 12188825"/>
              <a:gd name="connsiteY11" fmla="*/ 6872683 h 6886615"/>
              <a:gd name="connsiteX12" fmla="*/ 0 w 12188825"/>
              <a:gd name="connsiteY12" fmla="*/ 6886615 h 6886615"/>
              <a:gd name="connsiteX13" fmla="*/ 0 w 12188825"/>
              <a:gd name="connsiteY13" fmla="*/ 0 h 6886615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46990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46991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90614 w 12188825"/>
              <a:gd name="connsiteY9" fmla="*/ 341964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8825" h="6872683"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10742935" y="6865172"/>
                </a:lnTo>
                <a:cubicBezTo>
                  <a:pt x="10922496" y="6528610"/>
                  <a:pt x="11372828" y="5632278"/>
                  <a:pt x="11506178" y="4609928"/>
                </a:cubicBezTo>
                <a:cubicBezTo>
                  <a:pt x="11578701" y="4033467"/>
                  <a:pt x="11546463" y="3333009"/>
                  <a:pt x="11323750" y="2813776"/>
                </a:cubicBezTo>
                <a:cubicBezTo>
                  <a:pt x="11063843" y="2291547"/>
                  <a:pt x="10818626" y="2002135"/>
                  <a:pt x="10382119" y="1771690"/>
                </a:cubicBezTo>
                <a:cubicBezTo>
                  <a:pt x="9945612" y="1541245"/>
                  <a:pt x="9214441" y="1484379"/>
                  <a:pt x="8704716" y="1573806"/>
                </a:cubicBezTo>
                <a:cubicBezTo>
                  <a:pt x="8194991" y="1641679"/>
                  <a:pt x="7520743" y="1898580"/>
                  <a:pt x="6914249" y="2222406"/>
                </a:cubicBezTo>
                <a:cubicBezTo>
                  <a:pt x="6439486" y="2478515"/>
                  <a:pt x="5013860" y="3298645"/>
                  <a:pt x="3647600" y="5322330"/>
                </a:cubicBezTo>
                <a:cubicBezTo>
                  <a:pt x="3267345" y="5933513"/>
                  <a:pt x="3130193" y="6211612"/>
                  <a:pt x="2848788" y="6872683"/>
                </a:cubicBezTo>
                <a:lnTo>
                  <a:pt x="0" y="686283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 lIns="91428" tIns="45715" rIns="91428" bIns="45715"/>
          <a:lstStyle>
            <a:lvl1pPr marL="0" indent="0">
              <a:buNone/>
              <a:defRPr sz="2400">
                <a:solidFill>
                  <a:schemeClr val="tx2"/>
                </a:solidFill>
                <a:latin typeface="Mulish" pitchFamily="2" charset="77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399215" y="3886205"/>
            <a:ext cx="3657601" cy="990599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b="1" i="0" baseline="0">
                <a:solidFill>
                  <a:schemeClr val="bg1"/>
                </a:solidFill>
                <a:latin typeface="Mulish ExtraBold" pitchFamily="2" charset="77"/>
              </a:defRPr>
            </a:lvl1pPr>
          </a:lstStyle>
          <a:p>
            <a:pPr lvl="0"/>
            <a:r>
              <a:rPr lang="en-US" b="0"/>
              <a:t>Text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62311D-2AA4-5082-BCFB-4EAA220F4C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3" name="Picture 2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943611D6-351B-445F-0791-62B44E98C0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900385" y="4894768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28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able Placeholder 3"/>
          <p:cNvSpPr>
            <a:spLocks noGrp="1"/>
          </p:cNvSpPr>
          <p:nvPr>
            <p:ph type="tbl" sz="quarter" idx="27" hasCustomPrompt="1"/>
          </p:nvPr>
        </p:nvSpPr>
        <p:spPr>
          <a:xfrm>
            <a:off x="227015" y="1219203"/>
            <a:ext cx="11582400" cy="311105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800">
                <a:solidFill>
                  <a:srgbClr val="053C6C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227019" y="4513332"/>
            <a:ext cx="11581201" cy="762862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Clr>
                <a:srgbClr val="E77817"/>
              </a:buClr>
              <a:defRPr lang="en-US" sz="1800" kern="1200" dirty="0" smtClean="0">
                <a:solidFill>
                  <a:srgbClr val="053C6C"/>
                </a:solidFill>
                <a:latin typeface="Mulish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  <a:p>
            <a:pPr lvl="0"/>
            <a:r>
              <a:rPr lang="en-US"/>
              <a:t>Sub Text</a:t>
            </a:r>
          </a:p>
        </p:txBody>
      </p:sp>
    </p:spTree>
    <p:extLst>
      <p:ext uri="{BB962C8B-B14F-4D97-AF65-F5344CB8AC3E}">
        <p14:creationId xmlns:p14="http://schemas.microsoft.com/office/powerpoint/2010/main" val="815772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4" y="2775395"/>
            <a:ext cx="5945504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25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3"/>
            <a:ext cx="10461482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8" y="2740027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Rectangle 19"/>
          <p:cNvSpPr/>
          <p:nvPr userDrawn="1"/>
        </p:nvSpPr>
        <p:spPr>
          <a:xfrm>
            <a:off x="0" y="5286703"/>
            <a:ext cx="2667000" cy="1571297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4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Zurich B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FC3A3-00AF-2286-AFD5-846A509416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7BC14C-692A-7E8D-2E5B-3A3EEAD5D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981371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pic>
        <p:nvPicPr>
          <p:cNvPr id="3" name="Picture 2" descr="A white rectangular sign with blue and orange text&#10;&#10;Description automatically generated">
            <a:extLst>
              <a:ext uri="{FF2B5EF4-FFF2-40B4-BE49-F238E27FC236}">
                <a16:creationId xmlns:a16="http://schemas.microsoft.com/office/drawing/2014/main" id="{1157AE0C-AC2C-E131-A2C8-24889623EB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" y="5133659"/>
            <a:ext cx="1569176" cy="1624949"/>
          </a:xfrm>
          <a:prstGeom prst="rect">
            <a:avLst/>
          </a:prstGeom>
        </p:spPr>
      </p:pic>
      <p:pic>
        <p:nvPicPr>
          <p:cNvPr id="8" name="Picture 7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B1084D74-3D4E-968E-7CCB-E3A62D2007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589526" y="4550407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18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4" y="2775395"/>
            <a:ext cx="5945504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25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3"/>
            <a:ext cx="10451543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8" y="2740027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E01B4D-A949-43E2-3F9B-1F4733BD02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7E21EF-138D-C517-EBBA-44EBBC3B3F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857290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B9586-E661-C84D-6CB6-662E1BE1A4AA}"/>
              </a:ext>
            </a:extLst>
          </p:cNvPr>
          <p:cNvSpPr/>
          <p:nvPr userDrawn="1"/>
        </p:nvSpPr>
        <p:spPr>
          <a:xfrm>
            <a:off x="0" y="5202621"/>
            <a:ext cx="2667000" cy="1655379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4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Zurich BT"/>
              <a:ea typeface="+mn-ea"/>
              <a:cs typeface="+mn-cs"/>
            </a:endParaRPr>
          </a:p>
        </p:txBody>
      </p:sp>
      <p:pic>
        <p:nvPicPr>
          <p:cNvPr id="8" name="Picture 7" descr="A white rectangular sign with blue and orange text&#10;&#10;Description automatically generated">
            <a:extLst>
              <a:ext uri="{FF2B5EF4-FFF2-40B4-BE49-F238E27FC236}">
                <a16:creationId xmlns:a16="http://schemas.microsoft.com/office/drawing/2014/main" id="{2D8DA479-3681-8F23-FC25-F8A459B752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" y="5133659"/>
            <a:ext cx="1569176" cy="1624949"/>
          </a:xfrm>
          <a:prstGeom prst="rect">
            <a:avLst/>
          </a:prstGeom>
        </p:spPr>
      </p:pic>
      <p:pic>
        <p:nvPicPr>
          <p:cNvPr id="9" name="Picture 8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07C84915-D2E8-8294-67A2-E932F44C72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589526" y="4550407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396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2" y="2775393"/>
            <a:ext cx="5945505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400">
                <a:solidFill>
                  <a:schemeClr val="tx2"/>
                </a:solidFill>
                <a:latin typeface="Zurich BT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0491299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t="10" b="10"/>
          <a:stretch>
            <a:fillRect/>
          </a:stretch>
        </p:blipFill>
        <p:spPr bwMode="auto">
          <a:xfrm>
            <a:off x="6243637" y="2740025"/>
            <a:ext cx="594518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7A7DAD-53A6-E344-D0FB-3C7EF8DE1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70" y="-281949"/>
            <a:ext cx="2164098" cy="108204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BF88C49-233B-E549-A915-582F5A6A84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7"/>
            <a:ext cx="5817002" cy="3846779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Clr>
                <a:srgbClr val="FFF3EC"/>
              </a:buClr>
              <a:buFont typeface="Arial"/>
              <a:buChar char="•"/>
              <a:defRPr sz="2000" b="1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457144" indent="0">
              <a:buClr>
                <a:schemeClr val="bg1"/>
              </a:buClr>
              <a:buFont typeface="Arial" panose="020B0604020202020204" pitchFamily="34" charset="0"/>
              <a:buNone/>
              <a:defRPr sz="2000">
                <a:latin typeface="Mulish" pitchFamily="2" charset="77"/>
              </a:defRPr>
            </a:lvl2pPr>
            <a:lvl3pPr marL="914284" indent="0">
              <a:buClr>
                <a:schemeClr val="bg1"/>
              </a:buClr>
              <a:buNone/>
              <a:defRPr>
                <a:latin typeface="Mulish" pitchFamily="2" charset="77"/>
              </a:defRPr>
            </a:lvl3pPr>
            <a:lvl4pPr marL="1371428" indent="0">
              <a:buClr>
                <a:schemeClr val="bg1"/>
              </a:buClr>
              <a:buNone/>
              <a:defRPr>
                <a:latin typeface="Mulish" pitchFamily="2" charset="77"/>
              </a:defRPr>
            </a:lvl4pPr>
            <a:lvl5pPr>
              <a:buClr>
                <a:schemeClr val="bg1"/>
              </a:buClr>
              <a:defRPr>
                <a:latin typeface="Mulish" pitchFamily="2" charset="77"/>
              </a:defRPr>
            </a:lvl5pPr>
            <a:lvl6pPr marL="2285715" indent="0">
              <a:buNone/>
              <a:defRPr sz="2000">
                <a:latin typeface="Mulish" pitchFamily="2" charset="77"/>
              </a:defRPr>
            </a:lvl6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0"/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5"/>
            <a:r>
              <a:rPr lang="en-US"/>
              <a:t>								</a:t>
            </a:r>
          </a:p>
          <a:p>
            <a:pPr lvl="4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40E14-CAD4-72F9-2B84-286CF9D3F023}"/>
              </a:ext>
            </a:extLst>
          </p:cNvPr>
          <p:cNvSpPr/>
          <p:nvPr userDrawn="1"/>
        </p:nvSpPr>
        <p:spPr>
          <a:xfrm>
            <a:off x="0" y="5294589"/>
            <a:ext cx="2667000" cy="1563411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4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Zurich BT"/>
              <a:ea typeface="+mn-ea"/>
              <a:cs typeface="+mn-cs"/>
            </a:endParaRPr>
          </a:p>
        </p:txBody>
      </p:sp>
      <p:pic>
        <p:nvPicPr>
          <p:cNvPr id="8" name="Picture 7" descr="A white rectangular sign with blue and orange text&#10;&#10;Description automatically generated">
            <a:extLst>
              <a:ext uri="{FF2B5EF4-FFF2-40B4-BE49-F238E27FC236}">
                <a16:creationId xmlns:a16="http://schemas.microsoft.com/office/drawing/2014/main" id="{2D626C27-ABEF-A931-7247-06062BF162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" y="5133659"/>
            <a:ext cx="1569176" cy="1624949"/>
          </a:xfrm>
          <a:prstGeom prst="rect">
            <a:avLst/>
          </a:prstGeom>
        </p:spPr>
      </p:pic>
      <p:pic>
        <p:nvPicPr>
          <p:cNvPr id="9" name="Picture 8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40C5F9B1-C3F6-E15C-3EBE-150DCCB06A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589526" y="4550407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604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 i="0">
                <a:solidFill>
                  <a:srgbClr val="97281D"/>
                </a:solidFill>
                <a:latin typeface="Mulish ExtraBold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3" y="1219201"/>
            <a:ext cx="11683607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586237-75D3-9A15-D1AB-D1C36C00E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5FECFE1-083D-0805-96D5-92C920E990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215" y="1828800"/>
            <a:ext cx="11684400" cy="3373821"/>
          </a:xfrm>
          <a:prstGeom prst="rect">
            <a:avLst/>
          </a:prstGeom>
        </p:spPr>
        <p:txBody>
          <a:bodyPr lIns="91428" tIns="45715" rIns="91428" bIns="45715">
            <a:normAutofit/>
          </a:bodyPr>
          <a:lstStyle>
            <a:lvl1pPr>
              <a:buClr>
                <a:srgbClr val="E77817"/>
              </a:buClr>
              <a:buFont typeface="Arial" pitchFamily="34" charset="0"/>
              <a:buChar char="•"/>
              <a:defRPr sz="2000">
                <a:solidFill>
                  <a:schemeClr val="accent3"/>
                </a:solidFill>
                <a:latin typeface="Mulish" pitchFamily="2" charset="77"/>
                <a:cs typeface="Arial" panose="020B0604020202020204" pitchFamily="34" charset="0"/>
              </a:defRPr>
            </a:lvl1pPr>
            <a:lvl2pPr marL="687304" indent="-342857">
              <a:buClr>
                <a:srgbClr val="97291E"/>
              </a:buClr>
              <a:buFont typeface="Arial" pitchFamily="34" charset="0"/>
              <a:buChar char="•"/>
              <a:tabLst>
                <a:tab pos="687304" algn="l"/>
              </a:tabLst>
              <a:defRPr sz="1800">
                <a:solidFill>
                  <a:schemeClr val="accent3"/>
                </a:solidFill>
                <a:latin typeface="Mulish" pitchFamily="2" charset="77"/>
              </a:defRPr>
            </a:lvl2pPr>
            <a:lvl3pPr marL="914284" indent="0">
              <a:buClr>
                <a:srgbClr val="053C6D"/>
              </a:buClr>
              <a:buFont typeface="Arial" panose="020B0604020202020204" pitchFamily="34" charset="0"/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3pPr>
            <a:lvl4pPr marL="1371428" indent="0">
              <a:buNone/>
              <a:defRPr sz="2000">
                <a:solidFill>
                  <a:srgbClr val="053C6C"/>
                </a:solidFill>
                <a:latin typeface="Mulish" pitchFamily="2" charset="77"/>
              </a:defRPr>
            </a:lvl4pPr>
            <a:lvl5pPr marL="1828571" indent="0">
              <a:buNone/>
              <a:defRPr sz="2400">
                <a:solidFill>
                  <a:srgbClr val="053C6C"/>
                </a:solidFill>
                <a:latin typeface="Mulish" pitchFamily="2" charset="77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r>
              <a:rPr lang="en-US"/>
              <a:t>	</a:t>
            </a:r>
          </a:p>
          <a:p>
            <a:pPr lvl="4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83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645" y="6"/>
            <a:ext cx="12200058" cy="6865201"/>
          </a:xfrm>
          <a:prstGeom prst="rect">
            <a:avLst/>
          </a:prstGeom>
        </p:spPr>
      </p:pic>
      <p:sp>
        <p:nvSpPr>
          <p:cNvPr id="10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" y="6"/>
            <a:ext cx="12196800" cy="6865201"/>
          </a:xfrm>
          <a:custGeom>
            <a:avLst/>
            <a:gdLst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0 w 12188825"/>
              <a:gd name="connsiteY3" fmla="*/ 6858000 h 6858000"/>
              <a:gd name="connsiteX4" fmla="*/ 0 w 12188825"/>
              <a:gd name="connsiteY4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01350 w 12188825"/>
              <a:gd name="connsiteY3" fmla="*/ 6848475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01350 w 12188825"/>
              <a:gd name="connsiteY3" fmla="*/ 6848475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29925 w 12188825"/>
              <a:gd name="connsiteY3" fmla="*/ 6134100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1382375 w 12188825"/>
              <a:gd name="connsiteY3" fmla="*/ 6419850 h 6858000"/>
              <a:gd name="connsiteX4" fmla="*/ 10829925 w 12188825"/>
              <a:gd name="connsiteY4" fmla="*/ 6134100 h 6858000"/>
              <a:gd name="connsiteX5" fmla="*/ 0 w 12188825"/>
              <a:gd name="connsiteY5" fmla="*/ 6858000 h 6858000"/>
              <a:gd name="connsiteX6" fmla="*/ 0 w 12188825"/>
              <a:gd name="connsiteY6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1382375 w 12188825"/>
              <a:gd name="connsiteY3" fmla="*/ 6419850 h 6858000"/>
              <a:gd name="connsiteX4" fmla="*/ 11382375 w 12188825"/>
              <a:gd name="connsiteY4" fmla="*/ 6419850 h 6858000"/>
              <a:gd name="connsiteX5" fmla="*/ 10829925 w 12188825"/>
              <a:gd name="connsiteY5" fmla="*/ 6134100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1382375 w 12188825"/>
              <a:gd name="connsiteY3" fmla="*/ 6419850 h 6877050"/>
              <a:gd name="connsiteX4" fmla="*/ 10763250 w 12188825"/>
              <a:gd name="connsiteY4" fmla="*/ 6877050 h 6877050"/>
              <a:gd name="connsiteX5" fmla="*/ 10829925 w 12188825"/>
              <a:gd name="connsiteY5" fmla="*/ 61341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1353800 w 12188825"/>
              <a:gd name="connsiteY3" fmla="*/ 6838950 h 6877050"/>
              <a:gd name="connsiteX4" fmla="*/ 10763250 w 12188825"/>
              <a:gd name="connsiteY4" fmla="*/ 6877050 h 6877050"/>
              <a:gd name="connsiteX5" fmla="*/ 10829925 w 12188825"/>
              <a:gd name="connsiteY5" fmla="*/ 61341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10829925 w 12188825"/>
              <a:gd name="connsiteY4" fmla="*/ 6134100 h 6877050"/>
              <a:gd name="connsiteX5" fmla="*/ 0 w 12188825"/>
              <a:gd name="connsiteY5" fmla="*/ 6858000 h 6877050"/>
              <a:gd name="connsiteX6" fmla="*/ 0 w 12188825"/>
              <a:gd name="connsiteY6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0 w 12188825"/>
              <a:gd name="connsiteY5" fmla="*/ 6858000 h 6877050"/>
              <a:gd name="connsiteX6" fmla="*/ 0 w 12188825"/>
              <a:gd name="connsiteY6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09875 w 12188825"/>
              <a:gd name="connsiteY5" fmla="*/ 68580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09875 w 12188825"/>
              <a:gd name="connsiteY5" fmla="*/ 68580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9324975 w 12188825"/>
              <a:gd name="connsiteY4" fmla="*/ 1524000 h 6858000"/>
              <a:gd name="connsiteX5" fmla="*/ 2852329 w 12188825"/>
              <a:gd name="connsiteY5" fmla="*/ 6854734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9324975 w 12188825"/>
              <a:gd name="connsiteY4" fmla="*/ 1524000 h 6858000"/>
              <a:gd name="connsiteX5" fmla="*/ 2852329 w 12188825"/>
              <a:gd name="connsiteY5" fmla="*/ 6854734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201400 w 12188825"/>
              <a:gd name="connsiteY4" fmla="*/ 603885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10950 w 12188825"/>
              <a:gd name="connsiteY4" fmla="*/ 47625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10950 w 12188825"/>
              <a:gd name="connsiteY4" fmla="*/ 47625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334750 w 12188825"/>
              <a:gd name="connsiteY4" fmla="*/ 4733925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620375 w 12188825"/>
              <a:gd name="connsiteY3" fmla="*/ 6838950 h 6858000"/>
              <a:gd name="connsiteX4" fmla="*/ 11334750 w 12188825"/>
              <a:gd name="connsiteY4" fmla="*/ 4733925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534650 w 12188825"/>
              <a:gd name="connsiteY3" fmla="*/ 6867525 h 6867525"/>
              <a:gd name="connsiteX4" fmla="*/ 11334750 w 12188825"/>
              <a:gd name="connsiteY4" fmla="*/ 4733925 h 6867525"/>
              <a:gd name="connsiteX5" fmla="*/ 9363075 w 12188825"/>
              <a:gd name="connsiteY5" fmla="*/ 1743075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534650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8924983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924983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72600 w 12188825"/>
              <a:gd name="connsiteY5" fmla="*/ 1685845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72600 w 12188825"/>
              <a:gd name="connsiteY5" fmla="*/ 1685845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77361 w 12188825"/>
              <a:gd name="connsiteY5" fmla="*/ 1523696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77361 w 12188825"/>
              <a:gd name="connsiteY5" fmla="*/ 1523696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48790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477367 w 12188825"/>
              <a:gd name="connsiteY5" fmla="*/ 1619079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477367 w 12188825"/>
              <a:gd name="connsiteY5" fmla="*/ 1619079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96139"/>
              <a:gd name="connsiteX1" fmla="*/ 12188825 w 12188825"/>
              <a:gd name="connsiteY1" fmla="*/ 0 h 6896139"/>
              <a:gd name="connsiteX2" fmla="*/ 12188825 w 12188825"/>
              <a:gd name="connsiteY2" fmla="*/ 6858000 h 6896139"/>
              <a:gd name="connsiteX3" fmla="*/ 10725126 w 12188825"/>
              <a:gd name="connsiteY3" fmla="*/ 6896139 h 6896139"/>
              <a:gd name="connsiteX4" fmla="*/ 11506178 w 12188825"/>
              <a:gd name="connsiteY4" fmla="*/ 4609928 h 6896139"/>
              <a:gd name="connsiteX5" fmla="*/ 8591653 w 12188825"/>
              <a:gd name="connsiteY5" fmla="*/ 1590464 h 6896139"/>
              <a:gd name="connsiteX6" fmla="*/ 5201560 w 12188825"/>
              <a:gd name="connsiteY6" fmla="*/ 3490991 h 6896139"/>
              <a:gd name="connsiteX7" fmla="*/ 3753949 w 12188825"/>
              <a:gd name="connsiteY7" fmla="*/ 5150643 h 6896139"/>
              <a:gd name="connsiteX8" fmla="*/ 2842848 w 12188825"/>
              <a:gd name="connsiteY8" fmla="*/ 6854721 h 6896139"/>
              <a:gd name="connsiteX9" fmla="*/ 0 w 12188825"/>
              <a:gd name="connsiteY9" fmla="*/ 6858000 h 6896139"/>
              <a:gd name="connsiteX10" fmla="*/ 0 w 12188825"/>
              <a:gd name="connsiteY10" fmla="*/ 0 h 6896139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753949 w 12188825"/>
              <a:gd name="connsiteY7" fmla="*/ 5150643 h 6902412"/>
              <a:gd name="connsiteX8" fmla="*/ 2842849 w 12188825"/>
              <a:gd name="connsiteY8" fmla="*/ 6902412 h 6902412"/>
              <a:gd name="connsiteX9" fmla="*/ 0 w 12188825"/>
              <a:gd name="connsiteY9" fmla="*/ 6858000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753949 w 12188825"/>
              <a:gd name="connsiteY7" fmla="*/ 5150643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0134502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0134502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6914249 w 12188825"/>
              <a:gd name="connsiteY7" fmla="*/ 2222406 h 6902412"/>
              <a:gd name="connsiteX8" fmla="*/ 5201560 w 12188825"/>
              <a:gd name="connsiteY8" fmla="*/ 3490991 h 6902412"/>
              <a:gd name="connsiteX9" fmla="*/ 3801568 w 12188825"/>
              <a:gd name="connsiteY9" fmla="*/ 5131567 h 6902412"/>
              <a:gd name="connsiteX10" fmla="*/ 2842849 w 12188825"/>
              <a:gd name="connsiteY10" fmla="*/ 6902412 h 6902412"/>
              <a:gd name="connsiteX11" fmla="*/ 0 w 12188825"/>
              <a:gd name="connsiteY11" fmla="*/ 6886615 h 6902412"/>
              <a:gd name="connsiteX12" fmla="*/ 0 w 12188825"/>
              <a:gd name="connsiteY12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2842849 w 12188825"/>
              <a:gd name="connsiteY10" fmla="*/ 6902412 h 6902412"/>
              <a:gd name="connsiteX11" fmla="*/ 0 w 12188825"/>
              <a:gd name="connsiteY11" fmla="*/ 6886615 h 6902412"/>
              <a:gd name="connsiteX12" fmla="*/ 0 w 12188825"/>
              <a:gd name="connsiteY12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886615"/>
              <a:gd name="connsiteX1" fmla="*/ 12188825 w 12188825"/>
              <a:gd name="connsiteY1" fmla="*/ 0 h 6886615"/>
              <a:gd name="connsiteX2" fmla="*/ 12188825 w 12188825"/>
              <a:gd name="connsiteY2" fmla="*/ 6858000 h 6886615"/>
              <a:gd name="connsiteX3" fmla="*/ 10725126 w 12188825"/>
              <a:gd name="connsiteY3" fmla="*/ 6877063 h 6886615"/>
              <a:gd name="connsiteX4" fmla="*/ 11506178 w 12188825"/>
              <a:gd name="connsiteY4" fmla="*/ 4609928 h 6886615"/>
              <a:gd name="connsiteX5" fmla="*/ 11323750 w 12188825"/>
              <a:gd name="connsiteY5" fmla="*/ 2813776 h 6886615"/>
              <a:gd name="connsiteX6" fmla="*/ 10382119 w 12188825"/>
              <a:gd name="connsiteY6" fmla="*/ 1771690 h 6886615"/>
              <a:gd name="connsiteX7" fmla="*/ 8704716 w 12188825"/>
              <a:gd name="connsiteY7" fmla="*/ 1573806 h 6886615"/>
              <a:gd name="connsiteX8" fmla="*/ 6914249 w 12188825"/>
              <a:gd name="connsiteY8" fmla="*/ 2222406 h 6886615"/>
              <a:gd name="connsiteX9" fmla="*/ 5201560 w 12188825"/>
              <a:gd name="connsiteY9" fmla="*/ 3490991 h 6886615"/>
              <a:gd name="connsiteX10" fmla="*/ 3647600 w 12188825"/>
              <a:gd name="connsiteY10" fmla="*/ 5322330 h 6886615"/>
              <a:gd name="connsiteX11" fmla="*/ 2842850 w 12188825"/>
              <a:gd name="connsiteY11" fmla="*/ 6878628 h 6886615"/>
              <a:gd name="connsiteX12" fmla="*/ 0 w 12188825"/>
              <a:gd name="connsiteY12" fmla="*/ 6886615 h 6886615"/>
              <a:gd name="connsiteX13" fmla="*/ 0 w 12188825"/>
              <a:gd name="connsiteY13" fmla="*/ 0 h 6886615"/>
              <a:gd name="connsiteX0" fmla="*/ 0 w 12188825"/>
              <a:gd name="connsiteY0" fmla="*/ 0 h 6886615"/>
              <a:gd name="connsiteX1" fmla="*/ 12188825 w 12188825"/>
              <a:gd name="connsiteY1" fmla="*/ 0 h 6886615"/>
              <a:gd name="connsiteX2" fmla="*/ 12188825 w 12188825"/>
              <a:gd name="connsiteY2" fmla="*/ 6858000 h 6886615"/>
              <a:gd name="connsiteX3" fmla="*/ 10725126 w 12188825"/>
              <a:gd name="connsiteY3" fmla="*/ 6877063 h 6886615"/>
              <a:gd name="connsiteX4" fmla="*/ 11506178 w 12188825"/>
              <a:gd name="connsiteY4" fmla="*/ 4609928 h 6886615"/>
              <a:gd name="connsiteX5" fmla="*/ 11323750 w 12188825"/>
              <a:gd name="connsiteY5" fmla="*/ 2813776 h 6886615"/>
              <a:gd name="connsiteX6" fmla="*/ 10382119 w 12188825"/>
              <a:gd name="connsiteY6" fmla="*/ 1771690 h 6886615"/>
              <a:gd name="connsiteX7" fmla="*/ 8704716 w 12188825"/>
              <a:gd name="connsiteY7" fmla="*/ 1573806 h 6886615"/>
              <a:gd name="connsiteX8" fmla="*/ 6914249 w 12188825"/>
              <a:gd name="connsiteY8" fmla="*/ 2222406 h 6886615"/>
              <a:gd name="connsiteX9" fmla="*/ 5201560 w 12188825"/>
              <a:gd name="connsiteY9" fmla="*/ 3490991 h 6886615"/>
              <a:gd name="connsiteX10" fmla="*/ 3647600 w 12188825"/>
              <a:gd name="connsiteY10" fmla="*/ 5322330 h 6886615"/>
              <a:gd name="connsiteX11" fmla="*/ 2848788 w 12188825"/>
              <a:gd name="connsiteY11" fmla="*/ 6872683 h 6886615"/>
              <a:gd name="connsiteX12" fmla="*/ 0 w 12188825"/>
              <a:gd name="connsiteY12" fmla="*/ 6886615 h 6886615"/>
              <a:gd name="connsiteX13" fmla="*/ 0 w 12188825"/>
              <a:gd name="connsiteY13" fmla="*/ 0 h 6886615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46990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46991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90614 w 12188825"/>
              <a:gd name="connsiteY9" fmla="*/ 341964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8825" h="6872683"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10742935" y="6865172"/>
                </a:lnTo>
                <a:cubicBezTo>
                  <a:pt x="10922496" y="6528610"/>
                  <a:pt x="11372828" y="5632278"/>
                  <a:pt x="11506178" y="4609928"/>
                </a:cubicBezTo>
                <a:cubicBezTo>
                  <a:pt x="11578701" y="4033467"/>
                  <a:pt x="11546463" y="3333009"/>
                  <a:pt x="11323750" y="2813776"/>
                </a:cubicBezTo>
                <a:cubicBezTo>
                  <a:pt x="11063843" y="2291547"/>
                  <a:pt x="10818626" y="2002135"/>
                  <a:pt x="10382119" y="1771690"/>
                </a:cubicBezTo>
                <a:cubicBezTo>
                  <a:pt x="9945612" y="1541245"/>
                  <a:pt x="9214441" y="1484379"/>
                  <a:pt x="8704716" y="1573806"/>
                </a:cubicBezTo>
                <a:cubicBezTo>
                  <a:pt x="8194991" y="1641679"/>
                  <a:pt x="7520743" y="1898580"/>
                  <a:pt x="6914249" y="2222406"/>
                </a:cubicBezTo>
                <a:cubicBezTo>
                  <a:pt x="6439486" y="2478515"/>
                  <a:pt x="5013860" y="3298645"/>
                  <a:pt x="3647600" y="5322330"/>
                </a:cubicBezTo>
                <a:cubicBezTo>
                  <a:pt x="3267345" y="5933513"/>
                  <a:pt x="3130193" y="6211612"/>
                  <a:pt x="2848788" y="6872683"/>
                </a:cubicBezTo>
                <a:lnTo>
                  <a:pt x="0" y="686283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 lIns="91428" tIns="45715" rIns="91428" bIns="45715"/>
          <a:lstStyle>
            <a:lvl1pPr marL="0" indent="0">
              <a:buNone/>
              <a:defRPr sz="2400">
                <a:solidFill>
                  <a:schemeClr val="tx2"/>
                </a:solidFill>
                <a:latin typeface="Mulish" pitchFamily="2" charset="77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399215" y="3886205"/>
            <a:ext cx="3657601" cy="990599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b="1" i="0" baseline="0">
                <a:solidFill>
                  <a:schemeClr val="bg1"/>
                </a:solidFill>
                <a:latin typeface="Mulish ExtraBold" pitchFamily="2" charset="77"/>
              </a:defRPr>
            </a:lvl1pPr>
          </a:lstStyle>
          <a:p>
            <a:pPr lvl="0"/>
            <a:r>
              <a:rPr lang="en-US" b="0"/>
              <a:t>Text</a:t>
            </a:r>
            <a:endParaRPr lang="en-US"/>
          </a:p>
        </p:txBody>
      </p:sp>
      <p:pic>
        <p:nvPicPr>
          <p:cNvPr id="2" name="Picture 1" descr="A white rectangular sign with blue and orange text&#10;&#10;Description automatically generated">
            <a:extLst>
              <a:ext uri="{FF2B5EF4-FFF2-40B4-BE49-F238E27FC236}">
                <a16:creationId xmlns:a16="http://schemas.microsoft.com/office/drawing/2014/main" id="{DF5A39FF-EEA1-9962-1F29-BFBB8486C2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" y="5133659"/>
            <a:ext cx="1569176" cy="1624949"/>
          </a:xfrm>
          <a:prstGeom prst="rect">
            <a:avLst/>
          </a:prstGeom>
        </p:spPr>
      </p:pic>
      <p:pic>
        <p:nvPicPr>
          <p:cNvPr id="3" name="Picture 2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5BAA0613-2DBF-10A4-1D20-90EDEA2F68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 flipH="1">
            <a:off x="-589526" y="4550407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8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.emf"/><Relationship Id="rId4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.emf"/><Relationship Id="rId4" Type="http://schemas.openxmlformats.org/officeDocument/2006/relationships/image" Target="../media/image6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13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636620-78E8-358C-45EC-BB4F191A5C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4" name="Picture 3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E2A9B6FB-7CB4-BFA6-6323-E69A3B6F76B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7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l" defTabSz="91428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2" indent="-228572" algn="l" defTabSz="91428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AE3A5-EB80-7F8B-30DF-D4C6A63717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D7BEC7-F3E3-83B5-6E9C-EBE9D290F7B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5" name="Picture 4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7A56A220-8C9C-F83A-C254-6A7A0C15CDB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72" r:id="rId2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3F445-08DA-6035-728B-D7D716A3461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194E4A-D297-4C84-B571-88700D46E5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5" name="Picture 4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FEB62918-7E84-1A7E-AEB1-9A60C36FDB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7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dt="0"/>
  <p:txStyles>
    <p:titleStyle>
      <a:lvl1pPr algn="ctr" defTabSz="45714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457141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457141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457141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457141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457141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532384-3A29-8F03-4612-D85B998563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B77ED7-F42D-735C-8E17-6788866882E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5" name="Picture 4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9A27AD7B-A5EF-55EC-EB22-E9D9201FAF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3BB157-EFCE-D981-01E5-A89C586F8AE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7E3EFD-D435-ECD7-0FF3-7DA06C6E659C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5" name="Picture 4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26A99BAD-9B5F-95AA-5EAB-722DF7688DB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6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745" r:id="rId8"/>
  </p:sldLayoutIdLst>
  <p:hf sldNum="0" hdr="0" ftr="0" dt="0"/>
  <p:txStyles>
    <p:titleStyle>
      <a:lvl1pPr algn="ctr" defTabSz="121889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None/>
        <a:defRPr sz="4266" kern="1200">
          <a:solidFill>
            <a:schemeClr val="tx1"/>
          </a:solidFill>
          <a:latin typeface="Mulish" pitchFamily="2" charset="77"/>
          <a:ea typeface="+mn-ea"/>
          <a:cs typeface="Arial" panose="020B0604020202020204" pitchFamily="34" charset="0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28C5AF-83F4-49B2-09AC-606148A139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4" name="Picture 3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0D04FF74-563E-94D4-0878-512E9F2827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66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dt="0"/>
  <p:txStyles>
    <p:titleStyle>
      <a:lvl1pPr algn="l" defTabSz="91428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2" indent="-228572" algn="l" defTabSz="91428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129251-9FEF-1D96-B751-5B34ADE141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E02E2B-C4F8-A442-062B-CA68823EFA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5" name="Picture 4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186B0FCC-5330-6A46-70EC-99EF6F9E604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9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1AD9E3-AD10-A412-6471-2A3F296572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588" y="-368100"/>
            <a:ext cx="2846922" cy="14234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2730A0-4582-2E55-EAF8-DBF5560630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5" name="Picture 4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828A54EF-8F84-BB19-C0D0-D4550A8853B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3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hf hdr="0" ft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circle with a number and text&#10;&#10;AI-generated content may be incorrect.">
            <a:extLst>
              <a:ext uri="{FF2B5EF4-FFF2-40B4-BE49-F238E27FC236}">
                <a16:creationId xmlns:a16="http://schemas.microsoft.com/office/drawing/2014/main" id="{C223816E-6FA6-99E4-C5C7-992E5FFD9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8728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E1D69E-9542-7969-4FD7-2C4F63B71F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588" y="-368100"/>
            <a:ext cx="2846922" cy="1423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069B0B-251C-A97B-47E4-72BD279217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7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hf hdr="0" ft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circle with a number and text&#10;&#10;AI-generated content may be incorrect.">
            <a:extLst>
              <a:ext uri="{FF2B5EF4-FFF2-40B4-BE49-F238E27FC236}">
                <a16:creationId xmlns:a16="http://schemas.microsoft.com/office/drawing/2014/main" id="{C223816E-6FA6-99E4-C5C7-992E5FFD9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8728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E1D69E-9542-7969-4FD7-2C4F63B71F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588" y="-368100"/>
            <a:ext cx="2846922" cy="1423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069B0B-251C-A97B-47E4-72BD279217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7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hf hdr="0" ft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A98DB8-78DA-43EA-C21D-F06E86B1CCF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4" name="Picture 3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EB5C9DB3-363E-A418-2ED2-4285CC4EF72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9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</p:sldLayoutIdLst>
  <p:hf hdr="0" ftr="0" dt="0"/>
  <p:txStyles>
    <p:titleStyle>
      <a:lvl1pPr algn="l" defTabSz="91428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2" indent="-228572" algn="l" defTabSz="91428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026D9C-1561-A9D2-8D9C-644724C856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769" y="-281949"/>
            <a:ext cx="2164098" cy="1082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A8517F-29E4-AC11-89BD-1C756A7AD8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4" name="Picture 3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3D4E8ABC-6D6E-DD9E-A63A-091316E01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6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170DBF-EEBE-A73B-6780-3C42ABEBA8D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374" y="5801263"/>
            <a:ext cx="1091347" cy="1011031"/>
          </a:xfrm>
          <a:prstGeom prst="rect">
            <a:avLst/>
          </a:prstGeom>
        </p:spPr>
      </p:pic>
      <p:pic>
        <p:nvPicPr>
          <p:cNvPr id="2" name="Picture 1" descr="A group of origami birds in the sky&#10;&#10;AI-generated content may be incorrect.">
            <a:extLst>
              <a:ext uri="{FF2B5EF4-FFF2-40B4-BE49-F238E27FC236}">
                <a16:creationId xmlns:a16="http://schemas.microsoft.com/office/drawing/2014/main" id="{B952E3C1-C4BC-EB8A-D705-C312DB5746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7" t="28120" r="-7762"/>
          <a:stretch>
            <a:fillRect/>
          </a:stretch>
        </p:blipFill>
        <p:spPr>
          <a:xfrm>
            <a:off x="10337936" y="4971753"/>
            <a:ext cx="3846052" cy="30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</p:sldLayoutIdLst>
  <p:hf hdr="0" ftr="0" dt="0"/>
  <p:txStyles>
    <p:titleStyle>
      <a:lvl1pPr algn="l" defTabSz="91428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2" indent="-228572" algn="l" defTabSz="91428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EEB48D-3A75-2DD5-284D-94A89F48B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C81A0-7812-0D9A-D56B-C48F98C8D5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FDE2-8DA8-1D39-F13D-796A1F31D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F5E460-4D2D-4436-7820-8EEBD3267D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40A65-9CCE-DC81-A416-162319F49A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DC868-EA5F-5F95-8B44-F686D2CD05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3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A19326-F68C-E0BF-B1AF-77CCA10D7F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3114F-1305-66C6-7724-E65078258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C7A68-2101-E810-DCF2-ACA11D0493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8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68D541-BEED-0AF9-D418-8C178DBB26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518031781"/>
              </p:ext>
            </p:extLst>
          </p:nvPr>
        </p:nvGraphicFramePr>
        <p:xfrm>
          <a:off x="227013" y="1219200"/>
          <a:ext cx="115824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735338715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987335678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041314545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14844493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457267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81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897804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AFB36-3BC9-CD4A-406D-49389B1857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7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9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30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B0A0A9-DC66-F982-B6B8-3C638806A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115512221"/>
      </p:ext>
    </p:extLst>
  </p:cSld>
  <p:clrMapOvr>
    <a:masterClrMapping/>
  </p:clrMapOvr>
</p:sld>
</file>

<file path=ppt/theme/theme1.xml><?xml version="1.0" encoding="utf-8"?>
<a:theme xmlns:a="http://schemas.openxmlformats.org/drawingml/2006/main" name="Agenda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EB3A431C-9759-2544-9C72-1F4510EA6191}"/>
    </a:ext>
  </a:extLst>
</a:theme>
</file>

<file path=ppt/theme/theme2.xml><?xml version="1.0" encoding="utf-8"?>
<a:theme xmlns:a="http://schemas.openxmlformats.org/drawingml/2006/main" name="Text Slid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F152743A-9E9E-0941-97F0-F91271388CCB}"/>
    </a:ext>
  </a:extLst>
</a:theme>
</file>

<file path=ppt/theme/theme3.xml><?xml version="1.0" encoding="utf-8"?>
<a:theme xmlns:a="http://schemas.openxmlformats.org/drawingml/2006/main" name="Graph Slides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736FDA92-DD57-DB48-8E6B-AB083BDBCB1A}"/>
    </a:ext>
  </a:extLst>
</a:theme>
</file>

<file path=ppt/theme/theme4.xml><?xml version="1.0" encoding="utf-8"?>
<a:theme xmlns:a="http://schemas.openxmlformats.org/drawingml/2006/main" name="Full Table 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A352AC80-9C69-7D4A-864F-16416DD27B0C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2D7D2CA6-FC93-9447-9B88-426F23D81D6A}"/>
    </a:ext>
  </a:extLst>
</a:theme>
</file>

<file path=ppt/theme/theme6.xml><?xml version="1.0" encoding="utf-8"?>
<a:theme xmlns:a="http://schemas.openxmlformats.org/drawingml/2006/main" name="1_Agenda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C0A03101-3D49-1642-8ABA-36EF8FDDB401}"/>
    </a:ext>
  </a:extLst>
</a:theme>
</file>

<file path=ppt/theme/theme7.xml><?xml version="1.0" encoding="utf-8"?>
<a:theme xmlns:a="http://schemas.openxmlformats.org/drawingml/2006/main" name="1_Text Slid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7EF376DB-78C8-224E-A32B-8F4EF4486476}"/>
    </a:ext>
  </a:extLst>
</a:theme>
</file>

<file path=ppt/theme/theme8.xml><?xml version="1.0" encoding="utf-8"?>
<a:theme xmlns:a="http://schemas.openxmlformats.org/drawingml/2006/main" name="Thank You Slid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1421B7FD-CC65-8B4F-AD09-886D50D07C3A}"/>
    </a:ext>
  </a:extLst>
</a:theme>
</file>

<file path=ppt/theme/theme9.xml><?xml version="1.0" encoding="utf-8"?>
<a:theme xmlns:a="http://schemas.openxmlformats.org/drawingml/2006/main" name="2_ICICI Lombard Presentation Templat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6B3B50C7-C35D-C441-8AC8-CB28B9B2AF29}"/>
    </a:ext>
  </a:extLst>
</a:theme>
</file>

<file path=ppt/theme/theme10.xml><?xml version="1.0" encoding="utf-8"?>
<a:theme xmlns:a="http://schemas.openxmlformats.org/drawingml/2006/main" name="3_ICICI Lombard Presentation Templat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F061B8AB-9E5C-2643-9685-DDD66C549821}"/>
    </a:ext>
  </a:extLst>
</a:theme>
</file>

<file path=ppt/theme/theme11.xml><?xml version="1.0" encoding="utf-8"?>
<a:theme xmlns:a="http://schemas.openxmlformats.org/drawingml/2006/main" name="4_Agenda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053D9530-F80B-D646-963D-F8B0C8977ADB}"/>
    </a:ext>
  </a:extLst>
</a:theme>
</file>

<file path=ppt/theme/theme12.xml><?xml version="1.0" encoding="utf-8"?>
<a:theme xmlns:a="http://schemas.openxmlformats.org/drawingml/2006/main" name="1_Full Table 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25406428-313B-DF45-B02A-372E6B4357F0}"/>
    </a:ext>
  </a:extLst>
</a:theme>
</file>

<file path=ppt/theme/theme13.xml><?xml version="1.0" encoding="utf-8"?>
<a:theme xmlns:a="http://schemas.openxmlformats.org/drawingml/2006/main" name="5_Agenda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L Template_25 Years_Feb17_Revised" id="{C526848E-5D30-9647-89EE-122150B48D8E}" vid="{25838692-46B0-9B43-B3E8-02390048855F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02A5D5B01A2B4C82B9E4F36CCCF36D" ma:contentTypeVersion="4" ma:contentTypeDescription="Create a new document." ma:contentTypeScope="" ma:versionID="b2989e36ed8b58000725790002977e02">
  <xsd:schema xmlns:xsd="http://www.w3.org/2001/XMLSchema" xmlns:xs="http://www.w3.org/2001/XMLSchema" xmlns:p="http://schemas.microsoft.com/office/2006/metadata/properties" xmlns:ns2="97491226-4227-42f9-aedf-5563758a0fca" xmlns:ns3="fc46186e-404e-488f-bbf0-0f28059f3fcc" targetNamespace="http://schemas.microsoft.com/office/2006/metadata/properties" ma:root="true" ma:fieldsID="d502359a48be09a06c4c37ee9998834d" ns2:_="" ns3:_="">
    <xsd:import namespace="97491226-4227-42f9-aedf-5563758a0fca"/>
    <xsd:import namespace="fc46186e-404e-488f-bbf0-0f28059f3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491226-4227-42f9-aedf-5563758a0f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46186e-404e-488f-bbf0-0f28059f3fc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344124-92B8-418B-8765-CDB5978F3E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D90E2E-9E2D-4F28-A246-1899C272FFAE}">
  <ds:schemaRefs>
    <ds:schemaRef ds:uri="97491226-4227-42f9-aedf-5563758a0fca"/>
    <ds:schemaRef ds:uri="fc46186e-404e-488f-bbf0-0f28059f3f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A007148-FAA8-481F-9A6F-F140A7F9655E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c46186e-404e-488f-bbf0-0f28059f3fcc"/>
    <ds:schemaRef ds:uri="97491226-4227-42f9-aedf-5563758a0fc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Agenda</Template>
  <TotalTime>189</TotalTime>
  <Words>1</Words>
  <Application>Microsoft Macintosh PowerPoint</Application>
  <PresentationFormat>Custom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Arial</vt:lpstr>
      <vt:lpstr>Calibri</vt:lpstr>
      <vt:lpstr>Mulish</vt:lpstr>
      <vt:lpstr>Mulish ExtraBold</vt:lpstr>
      <vt:lpstr>Zurich BT</vt:lpstr>
      <vt:lpstr>Agenda</vt:lpstr>
      <vt:lpstr>Text Slide</vt:lpstr>
      <vt:lpstr>Graph Slides</vt:lpstr>
      <vt:lpstr>Full Table </vt:lpstr>
      <vt:lpstr>1_Office Theme</vt:lpstr>
      <vt:lpstr>1_Agenda</vt:lpstr>
      <vt:lpstr>1_Text Slide</vt:lpstr>
      <vt:lpstr>Thank You Slide</vt:lpstr>
      <vt:lpstr>2_ICICI Lombard Presentation Template</vt:lpstr>
      <vt:lpstr>3_ICICI Lombard Presentation Template</vt:lpstr>
      <vt:lpstr>4_Agenda</vt:lpstr>
      <vt:lpstr>1_Full Table </vt:lpstr>
      <vt:lpstr>5_Agenda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Unmesh Satam     /RSPPG/ICICILOMBARD/MUM</dc:creator>
  <cp:lastModifiedBy>Unmesh Satam     /RSPPG/ICICILOMBARD/MUM</cp:lastModifiedBy>
  <cp:revision>5</cp:revision>
  <dcterms:created xsi:type="dcterms:W3CDTF">2026-02-18T04:03:38Z</dcterms:created>
  <dcterms:modified xsi:type="dcterms:W3CDTF">2026-02-18T07:34:07Z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0x0101000B02A5D5B01A2B4C82B9E4F36CCCF36D</vt:lpwstr>
  </property>
  <property fmtid="{D5CDD505-2E9C-101B-9397-08002B2CF9AE}" pid="3" name="MSIP_Label_39098d22-2905-4174-b747-5f454367ad50_Enabled">
    <vt:lpwstr>true</vt:lpwstr>
  </property>
  <property fmtid="{D5CDD505-2E9C-101B-9397-08002B2CF9AE}" pid="4" name="MSIP_Label_39098d22-2905-4174-b747-5f454367ad50_SetDate">
    <vt:lpwstr>2024-09-06T05:42:14Z</vt:lpwstr>
  </property>
  <property fmtid="{D5CDD505-2E9C-101B-9397-08002B2CF9AE}" pid="5" name="MSIP_Label_39098d22-2905-4174-b747-5f454367ad50_Method">
    <vt:lpwstr>Standard</vt:lpwstr>
  </property>
  <property fmtid="{D5CDD505-2E9C-101B-9397-08002B2CF9AE}" pid="6" name="MSIP_Label_39098d22-2905-4174-b747-5f454367ad50_Name">
    <vt:lpwstr>General</vt:lpwstr>
  </property>
  <property fmtid="{D5CDD505-2E9C-101B-9397-08002B2CF9AE}" pid="7" name="MSIP_Label_39098d22-2905-4174-b747-5f454367ad50_SiteId">
    <vt:lpwstr>d36615d9-b483-4175-83da-3e968b0fde20</vt:lpwstr>
  </property>
  <property fmtid="{D5CDD505-2E9C-101B-9397-08002B2CF9AE}" pid="8" name="MSIP_Label_39098d22-2905-4174-b747-5f454367ad50_ActionId">
    <vt:lpwstr>ca0b2054-d388-4e60-a8b4-a4f5635683f2</vt:lpwstr>
  </property>
  <property fmtid="{D5CDD505-2E9C-101B-9397-08002B2CF9AE}" pid="9" name="MSIP_Label_39098d22-2905-4174-b747-5f454367ad50_ContentBits">
    <vt:lpwstr>0</vt:lpwstr>
  </property>
</Properties>
</file>